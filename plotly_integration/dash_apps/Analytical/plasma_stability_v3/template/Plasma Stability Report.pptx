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C8170-0162-4494-AF3B-731FDF51F42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C26CC-B16D-4CCD-826C-0EF1502C2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40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906774-C876-4F06-8732-FE67E1131E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78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A8F4E-0D8C-BD6D-584F-B0BFB50FD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87F32-DE73-F7D9-E53A-4FD8D2ABC6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F5DA6-E1D5-00A3-743C-A0FB0DAF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95247-B8F3-A1CC-7736-4B99C3E6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7D74-C47A-FF10-6FF8-01D071CE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3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DD276-1A2D-BECA-C0F8-F5DBC330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3C2B-5BEB-E0F3-4C12-6E2527D8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888F8-FE9C-B47A-6125-DAE49EB4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46EDA-CA25-7468-17A4-65285EC3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D8C0-553F-A401-D6EC-A19D3377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05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5380-36D7-A2B1-3F4E-F36E3F62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52EAC9-8A9B-46B2-023A-A052A4411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A97A-2960-5377-A415-B4128FEA6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3A2AA-F7C2-1FFF-8870-6B0EB684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D8A42-DEEB-028A-41D0-E1C52EF7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62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38D7-CAF6-C696-20C6-EA2ADB48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8E3C5-AD86-F7C0-24EC-31FD77AE8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27378-8AF5-95F7-3E92-4E5DD1459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9E87-B07E-AD1A-1B8E-FA256B03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584CA-9408-D6FF-2CAB-B5985CA9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5F638-09AE-A833-25BB-25BFA597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2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C549-D612-E66C-E207-02116C62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58FBD-E048-C2D5-53E1-83FAE236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5C27C-EC82-1C36-BED5-83864EBE5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541CA-B4A0-D408-C6AB-7C713AF87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3476EC-9FB6-3B46-EF9F-301F0E684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FB0CF-4A6C-45AD-7270-04FCD564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BAA70E-B6D6-A1CE-1733-8E4FC4C1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051FF-8A22-1B7E-9A21-E21E1534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64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B1CB-FD5B-F164-5505-B1D91038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B1F81F-7CDC-AD09-12EA-6A9CEB58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A5054C-32CD-73D5-907A-671A8A616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F9215-45A8-96CC-BA05-66272151F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56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A8E82B-D94A-1783-94EC-4C77FBED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EBA9D-B87D-2DDC-8CA5-1E9CF585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50473-6E8D-94E4-4BE8-2B5B7A74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8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C992-F391-1410-1EAD-AE72330BE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0C70-2E49-B7AD-7AAD-DC7566347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8786B-CCC4-9526-C2E8-C429BEA1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373ED-C880-9312-1919-C25CF52EB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14CFC-CDA0-F482-5703-7F3E7D8F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67F16-6C97-EA5E-48EE-9A0ED850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8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5EBC0-DA34-D2B3-5266-F679FC6B5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7286A-CCCA-2394-E32A-566ADBA3D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4F2D1-15BC-739A-2981-58E8ABBE7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DD42E-CCBE-2845-3F73-B0DA5F5BE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0D959-8674-22F9-2448-FA3CB3E2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AB0B6-61D2-364C-47E0-5A0453C38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32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B1B00-229E-6118-0984-4894CF4A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01242-3836-028C-4095-AAE91BEC7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6D6B-B3D2-BF85-30F9-EA1E46BD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58D20-EEC6-ABDC-1F56-FB7712AB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1DC3B-662B-79AC-FEE2-682AE63A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72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73A64-7728-0E5B-BB85-C2D5D1EFA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8A9B7-AC63-37DA-93AC-26BFDDE72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90A5-A989-0F42-228C-B37173FAE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4C4AF-C1C8-2DB1-02F8-438354352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91563-5899-0622-94F0-46F58913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4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6CCCEC-5A7D-3757-24C8-638CD441E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09188-97F5-BCFE-4BCA-75104DB13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E7EA3-8105-0582-7234-CA798BDA8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1E7FF-5F1C-4041-919C-C0F01A20E9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21185-51DB-9E56-22C5-490290DD0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8EBDC-294B-6CDB-D074-EB931F289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2C1E8-08B2-4F41-BC8D-2F65DC64B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0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B3571-D2C4-5611-31C2-BAE5AC5A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F0B7AA9-5723-A5CB-544D-A31163913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834027"/>
              </p:ext>
            </p:extLst>
          </p:nvPr>
        </p:nvGraphicFramePr>
        <p:xfrm>
          <a:off x="392413" y="356716"/>
          <a:ext cx="11407174" cy="6144568"/>
        </p:xfrm>
        <a:graphic>
          <a:graphicData uri="http://schemas.openxmlformats.org/drawingml/2006/table">
            <a:tbl>
              <a:tblPr/>
              <a:tblGrid>
                <a:gridCol w="862264">
                  <a:extLst>
                    <a:ext uri="{9D8B030D-6E8A-4147-A177-3AD203B41FA5}">
                      <a16:colId xmlns:a16="http://schemas.microsoft.com/office/drawing/2014/main" val="948571303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1394502120"/>
                    </a:ext>
                  </a:extLst>
                </a:gridCol>
                <a:gridCol w="753533">
                  <a:extLst>
                    <a:ext uri="{9D8B030D-6E8A-4147-A177-3AD203B41FA5}">
                      <a16:colId xmlns:a16="http://schemas.microsoft.com/office/drawing/2014/main" val="3611935111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3649209437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1494910683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1131162997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1405522017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1402052073"/>
                    </a:ext>
                  </a:extLst>
                </a:gridCol>
                <a:gridCol w="1427285">
                  <a:extLst>
                    <a:ext uri="{9D8B030D-6E8A-4147-A177-3AD203B41FA5}">
                      <a16:colId xmlns:a16="http://schemas.microsoft.com/office/drawing/2014/main" val="3081383312"/>
                    </a:ext>
                  </a:extLst>
                </a:gridCol>
              </a:tblGrid>
              <a:tr h="1332788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514871"/>
                  </a:ext>
                </a:extLst>
              </a:tr>
              <a:tr h="38958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Molecule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1058"/>
                  </a:ext>
                </a:extLst>
              </a:tr>
              <a:tr h="849485">
                <a:tc grid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%Monomer (Starting Material)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008338"/>
                  </a:ext>
                </a:extLst>
              </a:tr>
              <a:tr h="849485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 (days)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%Monomer (Plasma)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257601"/>
                  </a:ext>
                </a:extLst>
              </a:tr>
              <a:tr h="849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524300"/>
                  </a:ext>
                </a:extLst>
              </a:tr>
              <a:tr h="84948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461548"/>
                  </a:ext>
                </a:extLst>
              </a:tr>
              <a:tr h="1024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%Monomer loss D0-D3</a:t>
                      </a:r>
                    </a:p>
                    <a:p>
                      <a:pPr algn="ctr" fontAlgn="ctr">
                        <a:buNone/>
                      </a:pP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04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43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Aptos Narrow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Molly Grun</dc:creator>
  <cp:lastModifiedBy>Christopher Dallarosa</cp:lastModifiedBy>
  <cp:revision>3</cp:revision>
  <dcterms:created xsi:type="dcterms:W3CDTF">2025-11-03T21:36:45Z</dcterms:created>
  <dcterms:modified xsi:type="dcterms:W3CDTF">2025-11-04T07:34:13Z</dcterms:modified>
</cp:coreProperties>
</file>