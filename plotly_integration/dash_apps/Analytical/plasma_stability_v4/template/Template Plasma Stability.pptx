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F3C6B-A7AE-34D9-DA4B-A2E3BB27C9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D3E71B-9EEB-34F9-8BC2-3772642F8A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8B9CD-73A8-73FF-6263-F08898BCB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F7C9-4B71-40C2-99CF-36215898F80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2B4E8-C760-1946-DBE9-D9FCE6CD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6BDA4-23BF-8A35-62C1-D09F5DD7F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D22C6-B5A6-48D3-98D9-A99CF8099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51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532E6-C07B-D840-6B91-08A7A2BA3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8469A-8D78-AE9E-36A2-780546FBD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2373A-4A77-E05E-3528-B82BFD0EE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F7C9-4B71-40C2-99CF-36215898F80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FB509-A822-6399-7594-14FA8A7E3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DFAED-76DC-C11B-EDA7-4411F4EB7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D22C6-B5A6-48D3-98D9-A99CF8099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085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5EE9F-2616-B8A0-2E29-48946391D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2FFE0-6A49-02CD-7C9E-573D9AF81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203DA-0C91-665D-8B1E-0CC73F2EA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F7C9-4B71-40C2-99CF-36215898F80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3D568-FB11-3C16-71EF-FD4EF537C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B2B75-1829-9B99-6A40-9C8B0C659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D22C6-B5A6-48D3-98D9-A99CF8099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906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F70E3-E360-C3FE-DC6B-D156AE035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BB1E1-20A7-50C4-A139-0706FB4507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677069-E7AE-9094-8F9E-EACE2717F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502395-AA9D-2D46-71B6-223E2FB7C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F7C9-4B71-40C2-99CF-36215898F80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069DB-BED7-5CBB-BEEC-D2207EBDD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4C40B-F91D-F93C-13DB-D14E71334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D22C6-B5A6-48D3-98D9-A99CF8099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138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163D0-7472-C199-A4BB-2714C15F5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8F504-9C16-2A9A-03F2-E6B1727A4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ED9C1-D9D7-F65E-E836-D899B79D7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880E7D-5156-CB84-FCF4-B000A0F4C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272EDB-2192-59C8-5BA5-705FE64FCB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BCBB85-D281-AD5D-3C5F-BCBF3FE4E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F7C9-4B71-40C2-99CF-36215898F80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ABDC60-90A9-CF32-A57E-F61E3B380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D10695-1345-6226-938E-EC8808E2E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D22C6-B5A6-48D3-98D9-A99CF8099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01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6C674-C241-A658-EF63-93DCB4DD9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C1BB85-FBF5-0AFD-CD1E-F5AD04C07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F7C9-4B71-40C2-99CF-36215898F80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0A64E0-E94D-DD34-4AED-F674BA4E1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B04DD4-B4DC-A61B-34C0-DFA62E8F0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D22C6-B5A6-48D3-98D9-A99CF8099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938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ABFB00-924A-F4E7-0C16-28A9CDEDA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F7C9-4B71-40C2-99CF-36215898F80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8BF2BE-CBB8-6637-449C-C737BAB1D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11B85-CABD-CF77-2658-A9A952E23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D22C6-B5A6-48D3-98D9-A99CF8099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674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1CFBA-4CC2-D540-C509-0D79F07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0CAE3-1AD6-FAB8-4B79-87D938BF7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36D58A-39D3-076A-9572-751865D000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A91AA9-730D-A957-FE54-B5498E4E6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F7C9-4B71-40C2-99CF-36215898F80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C3E4D1-9718-704F-60FD-720C32FF4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ED3B0-BECE-060E-DDB8-721D2C70B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D22C6-B5A6-48D3-98D9-A99CF8099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455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DF182-6419-B2F5-1EA9-3E3702675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975F8E-72A0-F1E5-38D6-4318735E5A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E6FB4D-115A-8222-EE06-D5B8012D9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F04FC-CC4E-1B2F-A779-96DDE50DD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F7C9-4B71-40C2-99CF-36215898F80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513ED3-DD67-3AB8-D968-834F67C88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C93B06-6C5A-DBF3-8032-7E6693377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D22C6-B5A6-48D3-98D9-A99CF8099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05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14C40-ABC1-2015-3977-A8455432B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CA086C-5094-EA36-13D9-2E5090B32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4D662-D9B7-E5BC-8669-2339FCDC7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F7C9-4B71-40C2-99CF-36215898F80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566D3-24C9-CDCE-1C05-00B0D7FBD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2ED65-7055-41A5-AD48-D08470FBB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D22C6-B5A6-48D3-98D9-A99CF8099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961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BB6C2B-3067-B57C-46CC-70A2FD1775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FD8B8B-1493-AD02-2BEF-31245E94EE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9C62C-1515-5BF5-9AE4-FD881838A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F7C9-4B71-40C2-99CF-36215898F80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44653-E401-714F-1358-5C31DB0FC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728BA-71B1-5D18-217F-24BE3B099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D22C6-B5A6-48D3-98D9-A99CF8099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841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232FC0-C686-531A-5B39-CC97A41C7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F8CB5-523E-E2D0-4DE5-372CF2E64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59B4A-78B8-F92B-8CE1-7A09C92059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E2F7C9-4B71-40C2-99CF-36215898F80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BA393-AD3D-2D44-3CE0-7C34B92D0E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44545-2DF4-9161-702E-6E59907DF2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2D22C6-B5A6-48D3-98D9-A99CF8099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172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91440"/>
            <a:ext cx="4343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</a:defRPr>
            </a:pPr>
            <a:r>
              <a:t>SI-205T2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22" y="1440180"/>
            <a:ext cx="2634916" cy="2514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74320"/>
            <a:ext cx="7315200" cy="6309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937760"/>
            <a:ext cx="4343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74151"/>
                </a:solidFill>
              </a:defRPr>
            </a:pPr>
            <a:r>
              <a:t>Monomer % by SEC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5212080"/>
          <a:ext cx="4343400" cy="13716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08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Buffer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Plasma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Dallarosa</dc:creator>
  <cp:lastModifiedBy>Christopher Dallarosa</cp:lastModifiedBy>
  <cp:revision>1</cp:revision>
  <dcterms:created xsi:type="dcterms:W3CDTF">2025-11-07T04:11:37Z</dcterms:created>
  <dcterms:modified xsi:type="dcterms:W3CDTF">2025-11-07T04:12:05Z</dcterms:modified>
</cp:coreProperties>
</file>