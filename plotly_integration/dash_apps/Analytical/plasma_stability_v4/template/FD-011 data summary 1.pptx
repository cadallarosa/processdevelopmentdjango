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7F933-2702-8F4F-EFCF-8D73B6360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18096E-0EFE-8ACE-A8AA-C1CBED1EC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DD6CF-BC9E-9F40-5D38-6997C28A3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36273-13E8-41C2-9B31-C3B0B114905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74DFE-B481-AE76-085E-3044A5C1D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AD1D3-FE84-2C94-BE3B-43EF34DDE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FC231-0DC3-4806-9B5C-0010F84D7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29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1EC0F-BF6A-91FF-9A11-9294D9296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CD8E8-2618-7880-ABE4-F8BFDF28C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C9937-53F3-7FC1-5D43-99D699680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36273-13E8-41C2-9B31-C3B0B114905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4982B-5B86-F952-A8F9-A1F5F11D4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4FF9C-808F-D5F8-EF67-B5D5CA0F8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FC231-0DC3-4806-9B5C-0010F84D7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443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02670-6157-DA5B-BCE7-D14C4FF8A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54C13-D52E-DA78-8348-EAF82A222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E4870-A807-95ED-9B64-E3B9A1BC1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36273-13E8-41C2-9B31-C3B0B114905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DC695-DC65-0C6E-8FF9-6F829F6C5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69458-77D5-D07F-DD8B-A85292290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FC231-0DC3-4806-9B5C-0010F84D7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508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F919A-9BB9-2BDE-8E73-36571D1A7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C2BFC-9C1B-A9A6-B7CD-3666426CD2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EECCD8-E75C-4EB8-9F91-7D2B4231EA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5A4D0-D0F8-9533-49A1-0F41294CB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36273-13E8-41C2-9B31-C3B0B114905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0F4367-E1FE-3EAB-A819-DFF77A23C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69D2C-2C2A-B213-F07A-8BDDA2301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FC231-0DC3-4806-9B5C-0010F84D7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66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3E59-002C-7066-A8D0-04D23B714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AB14C-8931-AB30-117D-384DFCB8E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3DD031-F241-80E1-6C96-680393941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0D31C6-D376-942B-0DAB-EC53A0141C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AFBD1F-DD29-1DE1-0BAB-63557F89C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1D6573-2970-49B8-2136-3C652B832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36273-13E8-41C2-9B31-C3B0B114905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AC4EB8-7CFB-F3D5-90DD-7AD434E0B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5E6285-5269-FD1B-B767-473467556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FC231-0DC3-4806-9B5C-0010F84D7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826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59A6A-F7CF-A674-CEBB-AD72F9957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7A4CC4-DFB0-A0FF-3525-2451EAFE7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36273-13E8-41C2-9B31-C3B0B114905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3AD6E7-A764-F4F1-F31F-51EFC86F1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6D3D79-BEB5-18DD-89B9-B26448C05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FC231-0DC3-4806-9B5C-0010F84D7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105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853BAF-51F6-A58C-64D5-415681C4C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36273-13E8-41C2-9B31-C3B0B114905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2815FB-D51D-1C56-2FF6-175814604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92135-F233-A127-B596-43CF3F6EC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FC231-0DC3-4806-9B5C-0010F84D7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505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D2457-151C-F99F-3A3D-BE270E105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4A567-3049-80B6-065E-AECDD1927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1D030C-A2AB-B7A8-8F50-D6A89B4F19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331543-01C4-6492-11F8-A0DB6A8CB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36273-13E8-41C2-9B31-C3B0B114905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3E14D7-2C79-6B52-D4E7-468CACDC6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2E949E-43E1-631C-A249-76764C79F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FC231-0DC3-4806-9B5C-0010F84D7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82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590C1-9C94-4076-B9C5-B5FA67738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DDD064-9924-CA36-E7B7-15B5E90A54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30C29A-4D9E-8AC9-CEED-8D19CF1A8C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A07E8D-A3C3-C1F3-E3E0-DB5AF89A7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36273-13E8-41C2-9B31-C3B0B114905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7797DD-6B2B-DC89-ABB4-09E84AC4D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3DC69-389F-88A1-1E85-EDA19BB2C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FC231-0DC3-4806-9B5C-0010F84D7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921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F171B-D822-A124-5255-DEC0704D9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526F33-341F-4E2B-4A70-0CC7723C26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27F9D-0384-6B55-EE1E-D71F9A4ED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36273-13E8-41C2-9B31-C3B0B114905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DC23F-EA15-F507-33A3-E16C57E92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CEA91-2C1E-4220-D2D1-638EC668E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FC231-0DC3-4806-9B5C-0010F84D7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348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5F5CAA-C32E-CE66-BEAA-E7825B4422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216528-998E-C34E-708E-D90248AD8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5AB51-DEB9-46E1-86AB-5F1975C17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36273-13E8-41C2-9B31-C3B0B114905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D45C7-7E2D-AACD-5D87-83A60D080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599587-0240-3793-42CD-51860B28B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FC231-0DC3-4806-9B5C-0010F84D7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737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C0CBCE-B0A4-55F9-15AD-886ED1489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E350D-526C-027A-1EDB-6584809B2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4CA94-61B2-60DB-941A-E2EFE27ACE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A36273-13E8-41C2-9B31-C3B0B114905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E84D7-4AEA-7A80-C8E8-A1CB299694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49A24-D069-D6A5-48BE-896AB935BB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FFC231-0DC3-4806-9B5C-0010F84D7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978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1C7CB-FE69-9B78-564D-FE00BBD516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Plasma Stability Study #2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973042-97AD-AD98-D06B-C421F55EE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Raw Data Summary</a:t>
            </a:r>
          </a:p>
          <a:p>
            <a:r>
              <a:rPr lang="en-US" dirty="0"/>
              <a:t>Molly Grun</a:t>
            </a:r>
          </a:p>
          <a:p>
            <a:r>
              <a:rPr lang="en-US" dirty="0"/>
              <a:t>04 Nov 2025</a:t>
            </a:r>
          </a:p>
        </p:txBody>
      </p:sp>
    </p:spTree>
    <p:extLst>
      <p:ext uri="{BB962C8B-B14F-4D97-AF65-F5344CB8AC3E}">
        <p14:creationId xmlns:p14="http://schemas.microsoft.com/office/powerpoint/2010/main" val="2991965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4DFCC-AD0E-9FBE-7847-AA07AA185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Stability Summary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0133D3-C3D4-E826-5A7C-BCD475784EEB}"/>
              </a:ext>
            </a:extLst>
          </p:cNvPr>
          <p:cNvSpPr txBox="1"/>
          <p:nvPr/>
        </p:nvSpPr>
        <p:spPr>
          <a:xfrm>
            <a:off x="2409568" y="2085975"/>
            <a:ext cx="2121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% Monomer by SEC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1552ED-C61C-0AC1-8853-D6E3D37EA76D}"/>
              </a:ext>
            </a:extLst>
          </p:cNvPr>
          <p:cNvSpPr txBox="1"/>
          <p:nvPr/>
        </p:nvSpPr>
        <p:spPr>
          <a:xfrm>
            <a:off x="7521317" y="2085975"/>
            <a:ext cx="2423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Change in % Monomer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77EE67-FCEA-C1E5-6CDC-CCE8C9C316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8831660"/>
              </p:ext>
            </p:extLst>
          </p:nvPr>
        </p:nvGraphicFramePr>
        <p:xfrm>
          <a:off x="1336675" y="2588419"/>
          <a:ext cx="4267200" cy="3130550"/>
        </p:xfrm>
        <a:graphic>
          <a:graphicData uri="http://schemas.openxmlformats.org/drawingml/2006/table">
            <a:tbl>
              <a:tblPr/>
              <a:tblGrid>
                <a:gridCol w="853440">
                  <a:extLst>
                    <a:ext uri="{9D8B030D-6E8A-4147-A177-3AD203B41FA5}">
                      <a16:colId xmlns:a16="http://schemas.microsoft.com/office/drawing/2014/main" val="1319646888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2136669448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1102922046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4150556031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1167915540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1133256611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902178320"/>
                    </a:ext>
                  </a:extLst>
                </a:gridCol>
              </a:tblGrid>
              <a:tr h="18415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Molecule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 Stability (days)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Buffer Stability (days)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113739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95053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B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1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3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B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4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86790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SI-54X1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A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1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2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8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A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25961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C0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0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8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03904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C8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6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8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8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56537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SI-50E15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C4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F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C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B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798793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D6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F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3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16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8169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7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0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C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C9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E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29242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SI-212SF1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C9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D7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3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8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66047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8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7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B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CB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5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5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63478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A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6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8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E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D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97812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3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4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C3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8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5701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B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7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F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11861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9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6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D3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6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5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324045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D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3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0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A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DD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640201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CD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07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C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CA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0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4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862014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71B05A39-D2E5-14ED-0195-499109B88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5425" y="2575719"/>
            <a:ext cx="4279900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572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E82A7-BE40-F567-5797-FF1742D88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Stability Summary – HMW and LMW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20C4E1-F10A-15C4-FFB1-0D58BA8EC066}"/>
              </a:ext>
            </a:extLst>
          </p:cNvPr>
          <p:cNvSpPr txBox="1"/>
          <p:nvPr/>
        </p:nvSpPr>
        <p:spPr>
          <a:xfrm>
            <a:off x="2396328" y="2003077"/>
            <a:ext cx="2151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% Aggregate by SEC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BD8DE7-D134-ECB1-8FB4-3C43A9311A0F}"/>
              </a:ext>
            </a:extLst>
          </p:cNvPr>
          <p:cNvSpPr txBox="1"/>
          <p:nvPr/>
        </p:nvSpPr>
        <p:spPr>
          <a:xfrm>
            <a:off x="7701173" y="2003077"/>
            <a:ext cx="2109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% Fragment by SEC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9C6AB3C-1BD7-661D-7E64-E77C171275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608902"/>
              </p:ext>
            </p:extLst>
          </p:nvPr>
        </p:nvGraphicFramePr>
        <p:xfrm>
          <a:off x="6477000" y="2483644"/>
          <a:ext cx="4267200" cy="3130550"/>
        </p:xfrm>
        <a:graphic>
          <a:graphicData uri="http://schemas.openxmlformats.org/drawingml/2006/table">
            <a:tbl>
              <a:tblPr/>
              <a:tblGrid>
                <a:gridCol w="853440">
                  <a:extLst>
                    <a:ext uri="{9D8B030D-6E8A-4147-A177-3AD203B41FA5}">
                      <a16:colId xmlns:a16="http://schemas.microsoft.com/office/drawing/2014/main" val="1658296526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538570259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102358382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1167791671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039188020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1916342982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4125517953"/>
                    </a:ext>
                  </a:extLst>
                </a:gridCol>
              </a:tblGrid>
              <a:tr h="18415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Molecule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 Stability (days)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Buffer Stability (days)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286442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096558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7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41095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SI-54X1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D0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0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E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2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2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3314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CA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CF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911097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CD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5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D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723797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SI-50E15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B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F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0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4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34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4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238099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D2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1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B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CC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7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0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87735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SI-212SF1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C9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C2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42157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77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7C6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D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B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5881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9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C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D6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B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7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975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CA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2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D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C6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136764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5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2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A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8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7534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84020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731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44912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848FE89-714B-0301-D026-AAC7B76B10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529054"/>
              </p:ext>
            </p:extLst>
          </p:nvPr>
        </p:nvGraphicFramePr>
        <p:xfrm>
          <a:off x="1552575" y="2483644"/>
          <a:ext cx="4267200" cy="3130550"/>
        </p:xfrm>
        <a:graphic>
          <a:graphicData uri="http://schemas.openxmlformats.org/drawingml/2006/table">
            <a:tbl>
              <a:tblPr/>
              <a:tblGrid>
                <a:gridCol w="853440">
                  <a:extLst>
                    <a:ext uri="{9D8B030D-6E8A-4147-A177-3AD203B41FA5}">
                      <a16:colId xmlns:a16="http://schemas.microsoft.com/office/drawing/2014/main" val="2183979324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2373964231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585650454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1970841671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4148769287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1466473577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403906835"/>
                    </a:ext>
                  </a:extLst>
                </a:gridCol>
              </a:tblGrid>
              <a:tr h="18415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Molecule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 Stability (days)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Buffer Stability (days)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783749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40025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7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D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69879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SI-54X1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C9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0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D8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74634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5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4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30783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D1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CA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D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D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21478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SI-50E15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CC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2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9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E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4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77102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2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2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D1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7425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7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A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36769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SI-212SF1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7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2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77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1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B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0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00189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SI-212X23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8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D5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C3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14215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5443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0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C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A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D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A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89601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SI-212T29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B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C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22648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0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1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9876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2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E7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06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5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3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25123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SI-207X9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B7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D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6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5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742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8620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403</Words>
  <Application>Microsoft Office PowerPoint</Application>
  <PresentationFormat>Widescreen</PresentationFormat>
  <Paragraphs>352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Plasma Stability Study #2</vt:lpstr>
      <vt:lpstr>Stability Summary</vt:lpstr>
      <vt:lpstr>Stability Summary – HMW and LMW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Molly Grun</dc:creator>
  <cp:lastModifiedBy>Christopher Dallarosa</cp:lastModifiedBy>
  <cp:revision>5</cp:revision>
  <dcterms:created xsi:type="dcterms:W3CDTF">2025-11-04T16:39:06Z</dcterms:created>
  <dcterms:modified xsi:type="dcterms:W3CDTF">2025-11-05T22:32:56Z</dcterms:modified>
</cp:coreProperties>
</file>