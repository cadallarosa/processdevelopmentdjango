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F933-2702-8F4F-EFCF-8D73B6360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8096E-0EFE-8ACE-A8AA-C1CBED1E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D6CF-BC9E-9F40-5D38-6997C28A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74DFE-B481-AE76-085E-3044A5C1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AD1D3-FE84-2C94-BE3B-43EF34DD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9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EC0F-BF6A-91FF-9A11-9294D929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CD8E8-2618-7880-ABE4-F8BFDF28C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9937-53F3-7FC1-5D43-99D69968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982B-5B86-F952-A8F9-A1F5F11D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4FF9C-808F-D5F8-EF67-B5D5CA0F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4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2670-6157-DA5B-BCE7-D14C4FF8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54C13-D52E-DA78-8348-EAF82A222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E4870-A807-95ED-9B64-E3B9A1BC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DC695-DC65-0C6E-8FF9-6F829F6C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69458-77D5-D07F-DD8B-A8529229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0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919A-9BB9-2BDE-8E73-36571D1A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2BFC-9C1B-A9A6-B7CD-3666426CD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ECCD8-E75C-4EB8-9F91-7D2B4231E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A4D0-D0F8-9533-49A1-0F41294C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4367-E1FE-3EAB-A819-DFF77A23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69D2C-2C2A-B213-F07A-8BDDA230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3E59-002C-7066-A8D0-04D23B71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AB14C-8931-AB30-117D-384DFCB8E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DD031-F241-80E1-6C96-680393941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D31C6-D376-942B-0DAB-EC53A0141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FBD1F-DD29-1DE1-0BAB-63557F89C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D6573-2970-49B8-2136-3C652B83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C4EB8-7CFB-F3D5-90DD-7AD434E0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E6285-5269-FD1B-B767-47346755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2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9A6A-F7CF-A674-CEBB-AD72F995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A4CC4-DFB0-A0FF-3525-2451EAFE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AD6E7-A764-F4F1-F31F-51EFC86F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D3D79-BEB5-18DD-89B9-B26448C0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0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53BAF-51F6-A58C-64D5-415681C4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815FB-D51D-1C56-2FF6-17581460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2135-F233-A127-B596-43CF3F6E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0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2457-151C-F99F-3A3D-BE270E105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4A567-3049-80B6-065E-AECDD192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D030C-A2AB-B7A8-8F50-D6A89B4F1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31543-01C4-6492-11F8-A0DB6A8C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E14D7-2C79-6B52-D4E7-468CACDC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E949E-43E1-631C-A249-76764C79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90C1-9C94-4076-B9C5-B5FA6773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DD064-9924-CA36-E7B7-15B5E90A5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C29A-4D9E-8AC9-CEED-8D19CF1A8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07E8D-A3C3-C1F3-E3E0-DB5AF89A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797DD-6B2B-DC89-ABB4-09E84AC4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3DC69-389F-88A1-1E85-EDA19BB2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2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171B-D822-A124-5255-DEC0704D9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26F33-341F-4E2B-4A70-0CC7723C2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27F9D-0384-6B55-EE1E-D71F9A4E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C23F-EA15-F507-33A3-E16C57E9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CEA91-2C1E-4220-D2D1-638EC668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4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F5CAA-C32E-CE66-BEAA-E7825B442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16528-998E-C34E-708E-D90248AD8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5AB51-DEB9-46E1-86AB-5F1975C1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45C7-7E2D-AACD-5D87-83A60D08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99587-0240-3793-42CD-51860B28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3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0CBCE-B0A4-55F9-15AD-886ED148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E350D-526C-027A-1EDB-6584809B2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4CA94-61B2-60DB-941A-E2EFE27AC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36273-13E8-41C2-9B31-C3B0B114905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E84D7-4AEA-7A80-C8E8-A1CB2996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49A24-D069-D6A5-48BE-896AB935B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7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C7CB-FE69-9B78-564D-FE00BBD51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Plasma Stability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73042-97AD-AD98-D06B-C421F55EE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Raw Data Summary</a:t>
            </a:r>
          </a:p>
          <a:p>
            <a:r>
              <a:rPr lang="en-US" dirty="0"/>
              <a:t>Molly Grun</a:t>
            </a:r>
          </a:p>
          <a:p>
            <a:r>
              <a:rPr lang="en-US" dirty="0"/>
              <a:t>04 Nov 2025</a:t>
            </a:r>
          </a:p>
        </p:txBody>
      </p:sp>
    </p:spTree>
    <p:extLst>
      <p:ext uri="{BB962C8B-B14F-4D97-AF65-F5344CB8AC3E}">
        <p14:creationId xmlns:p14="http://schemas.microsoft.com/office/powerpoint/2010/main" val="299196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DFCC-AD0E-9FBE-7847-AA07AA18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133D3-C3D4-E826-5A7C-BCD475784EEB}"/>
              </a:ext>
            </a:extLst>
          </p:cNvPr>
          <p:cNvSpPr txBox="1"/>
          <p:nvPr/>
        </p:nvSpPr>
        <p:spPr>
          <a:xfrm>
            <a:off x="2409568" y="2085975"/>
            <a:ext cx="212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Monomer by SEC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552ED-C61C-0AC1-8853-D6E3D37EA76D}"/>
              </a:ext>
            </a:extLst>
          </p:cNvPr>
          <p:cNvSpPr txBox="1"/>
          <p:nvPr/>
        </p:nvSpPr>
        <p:spPr>
          <a:xfrm>
            <a:off x="7521317" y="2085975"/>
            <a:ext cx="2423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in % Monomer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77EE67-FCEA-C1E5-6CDC-CCE8C9C31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831660"/>
              </p:ext>
            </p:extLst>
          </p:nvPr>
        </p:nvGraphicFramePr>
        <p:xfrm>
          <a:off x="1336675" y="2588419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131964688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13666944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0292204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5055603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6791554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3325661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902178320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113739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505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679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2596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390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5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4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87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816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2924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604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B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6347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781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570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186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3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2404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3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0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402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C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6201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1B05A39-D2E5-14ED-0195-499109B88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25" y="2575719"/>
            <a:ext cx="42799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7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82A7-BE40-F567-5797-FF1742D8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Summary – HMW and LMW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0C4E1-F10A-15C4-FFB1-0D58BA8EC066}"/>
              </a:ext>
            </a:extLst>
          </p:cNvPr>
          <p:cNvSpPr txBox="1"/>
          <p:nvPr/>
        </p:nvSpPr>
        <p:spPr>
          <a:xfrm>
            <a:off x="2396328" y="2003077"/>
            <a:ext cx="21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Aggregate by SEC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D8DE7-D134-ECB1-8FB4-3C43A9311A0F}"/>
              </a:ext>
            </a:extLst>
          </p:cNvPr>
          <p:cNvSpPr txBox="1"/>
          <p:nvPr/>
        </p:nvSpPr>
        <p:spPr>
          <a:xfrm>
            <a:off x="7701173" y="2003077"/>
            <a:ext cx="2109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Fragment by SEC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C6AB3C-1BD7-661D-7E64-E77C17127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608902"/>
              </p:ext>
            </p:extLst>
          </p:nvPr>
        </p:nvGraphicFramePr>
        <p:xfrm>
          <a:off x="6477000" y="2483644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165829652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538570259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10235838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6779167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03918802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91634298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25517953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28644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9655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410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2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331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1109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2379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3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3809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1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B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0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773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215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588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7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3676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2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8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7534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402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73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912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48FE89-714B-0301-D026-AAC7B76B1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529054"/>
              </p:ext>
            </p:extLst>
          </p:nvPr>
        </p:nvGraphicFramePr>
        <p:xfrm>
          <a:off x="1552575" y="2483644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1839793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37396423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58565045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97084167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48769287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466473577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3906835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83749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4002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6987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46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3078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2147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E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7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742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367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018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1421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54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896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264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0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876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12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B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742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62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D5B5-22FB-AF14-867D-59A11378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SI-212T14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DFE943-9BAD-6BA4-E5A0-9AB99AD3F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445915"/>
              </p:ext>
            </p:extLst>
          </p:nvPr>
        </p:nvGraphicFramePr>
        <p:xfrm>
          <a:off x="7566023" y="125413"/>
          <a:ext cx="4064002" cy="313055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E790EF-4776-E052-9CAC-9CE0655E3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858969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53A4F480-59F7-5EC0-B4BC-F14E84E14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148" y="1424535"/>
            <a:ext cx="4733925" cy="2496070"/>
          </a:xfrm>
          <a:prstGeom prst="rect">
            <a:avLst/>
          </a:prstGeom>
        </p:spPr>
      </p:pic>
      <p:pic>
        <p:nvPicPr>
          <p:cNvPr id="9" name="Picture 8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2A0A8164-2786-AD63-1C76-11C52DA8F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148" y="3920605"/>
            <a:ext cx="4733925" cy="249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4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4939-A9C7-8F42-4BB3-C27735A0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28A2-8F91-C92F-44F9-93F4C8F0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SI-54X1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3FE035-56A8-23F1-18EA-6F42D86AA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806474"/>
              </p:ext>
            </p:extLst>
          </p:nvPr>
        </p:nvGraphicFramePr>
        <p:xfrm>
          <a:off x="7566023" y="125413"/>
          <a:ext cx="4064002" cy="313055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775762-CDE9-EF03-3011-3932557C2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8474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6" name="Picture 5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289D89DC-83D8-6EED-4F98-D40A01103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1331292"/>
            <a:ext cx="5143500" cy="2712027"/>
          </a:xfrm>
          <a:prstGeom prst="rect">
            <a:avLst/>
          </a:prstGeom>
        </p:spPr>
      </p:pic>
      <p:pic>
        <p:nvPicPr>
          <p:cNvPr id="10" name="Picture 9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D3EBD38B-E601-4B71-7C0C-22C86CC5D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4043319"/>
            <a:ext cx="5143500" cy="271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9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50B0-F7F7-41F6-C2E4-2CAD4717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30D6-6C9C-6DE1-178B-5F1E227D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SI-212X19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2D9C4F-8D27-558B-6796-630ACFB0D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08054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ED14DC-F99D-3034-34AF-BEACC4F2B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18982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EA7784F-CB94-CC59-B0CB-8A93A1D95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303" y="4014249"/>
            <a:ext cx="5202621" cy="2743200"/>
          </a:xfrm>
          <a:prstGeom prst="rect">
            <a:avLst/>
          </a:prstGeom>
        </p:spPr>
      </p:pic>
      <p:pic>
        <p:nvPicPr>
          <p:cNvPr id="12" name="Picture 11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69AE24B4-86E2-0E07-B8DD-484B78C75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39" y="1366465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3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5E06-E517-5CAE-AD91-2A4B8223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7921-EC66-0A8A-BF68-91B10F5C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SI-212X13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FC96F9-8FFE-361C-540D-FFED8895E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594087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E0E453-EEF0-FC63-0BA6-9932E426B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575144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6" name="Picture 5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1E98DEEE-75C1-5636-5B96-824C0A105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13" y="4043239"/>
            <a:ext cx="5202621" cy="2743200"/>
          </a:xfrm>
          <a:prstGeom prst="rect">
            <a:avLst/>
          </a:prstGeom>
        </p:spPr>
      </p:pic>
      <p:pic>
        <p:nvPicPr>
          <p:cNvPr id="8" name="Picture 7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A5F93191-CAD5-BFB7-E09D-BC7C7AFB9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" y="1300039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5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7E611-F917-BAD9-C075-5EC408E21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6319-2C71-4789-A9C7-312A3170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SI-50E15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D24F48-5F8A-A842-FFDF-FC0F2A093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805288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E4562B-F2A2-A0B2-4001-0DD9A0E78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586111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7" name="Picture 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057838C1-502A-DA2F-6A0F-D389EDE04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453" y="4114800"/>
            <a:ext cx="5202621" cy="27432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1C43351-EEEF-06AA-DDAA-037ACEC45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453" y="1251744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9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A0EC-1553-4634-9E9A-8AFD143C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986D-EEB3-2E3D-5909-47EAC48C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SI-212X20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EBFC43-ED3D-E2AC-EA94-F7DEEF42D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09017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0D7EDD-476E-3068-BF67-E9B6C8B9D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060684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AECA3BDA-CA06-9E91-0B49-2D5D29B10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19" y="1274197"/>
            <a:ext cx="5202621" cy="2743200"/>
          </a:xfrm>
          <a:prstGeom prst="rect">
            <a:avLst/>
          </a:prstGeom>
        </p:spPr>
      </p:pic>
      <p:pic>
        <p:nvPicPr>
          <p:cNvPr id="9" name="Picture 8" descr="A graph of a diagram&#10;&#10;AI-generated content may be incorrect.">
            <a:extLst>
              <a:ext uri="{FF2B5EF4-FFF2-40B4-BE49-F238E27FC236}">
                <a16:creationId xmlns:a16="http://schemas.microsoft.com/office/drawing/2014/main" id="{EA1A7F88-D869-9564-6BFE-38FD4CAC5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19" y="4017397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3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3FAE-4770-2954-25D5-F2DECE46C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A543-5FD2-45E0-308F-19537169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SI-212T12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EB2F6E-9738-12C6-37C8-2CA028591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721907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3D311E-F688-665D-E7BD-DAF1D24EA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355385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B5F1A6F-731F-9E89-0FF2-F5200386C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89" y="4025031"/>
            <a:ext cx="5202621" cy="27432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70C36F05-4F0A-21D0-3DAF-76BC53BBB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89" y="1230078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2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914F-1EC9-4FC1-55C9-F3EC85AF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8731-69FB-FE5D-A7F0-30F6C172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SI-212SF1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70CE06-5524-58C7-3FFF-9F8EAB556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936131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EEE434-C448-9F73-AAEF-D7F51FB11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906831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6" name="Picture 5" descr="A graph of a diagram&#10;&#10;AI-generated content may be incorrect.">
            <a:extLst>
              <a:ext uri="{FF2B5EF4-FFF2-40B4-BE49-F238E27FC236}">
                <a16:creationId xmlns:a16="http://schemas.microsoft.com/office/drawing/2014/main" id="{658AF39F-290F-E540-E9D9-AB2183724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17" y="3819415"/>
            <a:ext cx="5202621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294CE6-462D-2817-DE78-B03816F41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36" y="1221582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FFA9-73DD-A2F6-5E89-3FE61A9B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C4F-76BC-33AD-3427-41C44C1A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SI-212X23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C441C5-0E7E-0B57-CD7A-DE7773EBE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212184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2D6F0D-92A8-184C-D521-3A6FA43D5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775188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F4E26A6-9664-B104-9C0F-D2FB073AA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97" y="4006298"/>
            <a:ext cx="5202621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069537-BF15-50F4-D07E-07158513C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96" y="1413828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77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224F-8DCD-1C5B-9AE2-2A5026FF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5EE3-2FDA-2580-D2BB-22E66E28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SI-212T26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C54611-CF17-480C-4ADF-A1AD4B239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044996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DA8D1F-8C52-3892-5092-099C12D8C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716504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F2B069C-E293-E230-5430-33A9514D6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44" y="4054005"/>
            <a:ext cx="5202621" cy="2743200"/>
          </a:xfrm>
          <a:prstGeom prst="rect">
            <a:avLst/>
          </a:prstGeo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D3B69EA6-062B-C490-6641-F25209F9C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43" y="1432395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67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3209-D624-D56E-8CF8-04A84CE1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B2401-7386-F688-9392-DFE4EE15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SI-212T15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43769B-D86D-25D6-612C-B221EC74F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89026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7B82B1-AF18-0D78-992D-A23C924C5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293856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A31FEAE-81F2-D7BE-3565-3650BBF6A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31" y="4038103"/>
            <a:ext cx="5202621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15C75B-D105-B013-E7E2-75FB4DB13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30" y="1366465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0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9410-14C4-C5E4-05F5-434AC43B7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2107-77D6-1647-04A6-5F64105F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SI-212T29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B95826-3E8B-96DE-D77F-BB747321C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424784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A02984-44B6-2949-3CC7-053226D6F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80635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D8F24477-B7BB-D99D-E169-4233B809B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31" y="1247195"/>
            <a:ext cx="5202621" cy="2743200"/>
          </a:xfrm>
          <a:prstGeom prst="rect">
            <a:avLst/>
          </a:prstGeom>
        </p:spPr>
      </p:pic>
      <p:pic>
        <p:nvPicPr>
          <p:cNvPr id="9" name="Picture 8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B9C078CE-580B-17AD-102D-B841C0F1C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31" y="3990395"/>
            <a:ext cx="5202621" cy="2743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FEEA2D-8E27-DDA9-1108-9BD7427E76C3}"/>
              </a:ext>
            </a:extLst>
          </p:cNvPr>
          <p:cNvSpPr txBox="1"/>
          <p:nvPr/>
        </p:nvSpPr>
        <p:spPr>
          <a:xfrm>
            <a:off x="3728006" y="1027906"/>
            <a:ext cx="3176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*Plasma T0 needs to be re-run</a:t>
            </a:r>
          </a:p>
        </p:txBody>
      </p:sp>
    </p:spTree>
    <p:extLst>
      <p:ext uri="{BB962C8B-B14F-4D97-AF65-F5344CB8AC3E}">
        <p14:creationId xmlns:p14="http://schemas.microsoft.com/office/powerpoint/2010/main" val="2192768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F4B8-3CE7-724B-5C0E-9EA0F878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389B-B100-35AA-5D14-5555DFEB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SI-207X7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DAB4DE-4B80-7F0F-192E-C5C7963EE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43963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FA9A44-34F8-68AB-F273-D598E8477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714018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7" name="Picture 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0F7A252A-B399-D346-E09D-EEB93E64F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72" y="4022201"/>
            <a:ext cx="5202621" cy="27432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16CB8EEE-BE28-2E0E-F8CC-B54EEC072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71" y="1382367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66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ED62-FEEA-185E-7D1A-56E9FE4F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1291E-DF65-ACB9-2F9B-A3826663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SI-207X8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712871-554F-FA0B-8EE4-117E02EE1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74010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38D29A-9785-42EB-133C-68CEBB60D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355667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06CDE29F-9289-E243-7A86-1B20943DB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78" y="1330588"/>
            <a:ext cx="5202621" cy="2743200"/>
          </a:xfrm>
          <a:prstGeom prst="rect">
            <a:avLst/>
          </a:prstGeom>
        </p:spPr>
      </p:pic>
      <p:pic>
        <p:nvPicPr>
          <p:cNvPr id="9" name="Picture 8" descr="A graph of a diagram&#10;&#10;AI-generated content may be incorrect.">
            <a:extLst>
              <a:ext uri="{FF2B5EF4-FFF2-40B4-BE49-F238E27FC236}">
                <a16:creationId xmlns:a16="http://schemas.microsoft.com/office/drawing/2014/main" id="{BEA34E90-E859-7528-D9FA-385BE94B3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79" y="4042051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36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91C91-AF78-9B58-2F04-1F5DEFE8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FFC3-371F-0CE2-31ED-5DB4F051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SI-207X9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CFBC67-164A-A5D3-94D1-9CAB2853A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911970"/>
              </p:ext>
            </p:extLst>
          </p:nvPr>
        </p:nvGraphicFramePr>
        <p:xfrm>
          <a:off x="7566023" y="125413"/>
          <a:ext cx="4064002" cy="312039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89191151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6777272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262932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78640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5069025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105254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58361157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48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75171"/>
                  </a:ext>
                </a:extLst>
              </a:tr>
              <a:tr h="1222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787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79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49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622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971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0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26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32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2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50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4609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099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592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733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DEA79B-DD7C-0D3D-EFB2-B44C5CCFB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591196"/>
              </p:ext>
            </p:extLst>
          </p:nvPr>
        </p:nvGraphicFramePr>
        <p:xfrm>
          <a:off x="7566023" y="3495675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40206333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77969314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20703151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6752369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80970515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852579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308889654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8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365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4605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26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547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20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42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180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371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03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941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752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87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865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59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8799"/>
                  </a:ext>
                </a:extLst>
              </a:tr>
            </a:tbl>
          </a:graphicData>
        </a:graphic>
      </p:graphicFrame>
      <p:pic>
        <p:nvPicPr>
          <p:cNvPr id="7" name="Picture 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937CDB93-A0C9-F476-E557-EC95FC494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914" y="3998347"/>
            <a:ext cx="5202621" cy="2743200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752093BB-7AB8-7A44-58A7-AC5F19FE4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914" y="1221582"/>
            <a:ext cx="5202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57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4895</Words>
  <Application>Microsoft Office PowerPoint</Application>
  <PresentationFormat>Widescreen</PresentationFormat>
  <Paragraphs>3788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Plasma Stability Study #2</vt:lpstr>
      <vt:lpstr>Stability Summary</vt:lpstr>
      <vt:lpstr>Stability Summary – HMW and LMW</vt:lpstr>
      <vt:lpstr>SI-212T14</vt:lpstr>
      <vt:lpstr>SI-54X1</vt:lpstr>
      <vt:lpstr>SI-212X19</vt:lpstr>
      <vt:lpstr>SI-212X13</vt:lpstr>
      <vt:lpstr>SI-50E15</vt:lpstr>
      <vt:lpstr>SI-212X20</vt:lpstr>
      <vt:lpstr>SI-212T12</vt:lpstr>
      <vt:lpstr>SI-212SF1</vt:lpstr>
      <vt:lpstr>SI-212X23</vt:lpstr>
      <vt:lpstr>SI-212T26</vt:lpstr>
      <vt:lpstr>SI-212T15</vt:lpstr>
      <vt:lpstr>SI-212T29</vt:lpstr>
      <vt:lpstr>SI-207X7</vt:lpstr>
      <vt:lpstr>SI-207X8</vt:lpstr>
      <vt:lpstr>SI-207X9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Molly Grun</dc:creator>
  <cp:lastModifiedBy>Christopher Dallarosa</cp:lastModifiedBy>
  <cp:revision>4</cp:revision>
  <dcterms:created xsi:type="dcterms:W3CDTF">2025-11-04T16:39:06Z</dcterms:created>
  <dcterms:modified xsi:type="dcterms:W3CDTF">2025-11-07T21:09:29Z</dcterms:modified>
</cp:coreProperties>
</file>