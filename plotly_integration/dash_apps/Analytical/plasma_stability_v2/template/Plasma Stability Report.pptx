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05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0C8170-0162-4494-AF3B-731FDF51F428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8C26CC-B16D-4CCD-826C-0EF1502C2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440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906774-C876-4F06-8732-FE67E1131E6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278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A8F4E-0D8C-BD6D-584F-B0BFB50FDD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187F32-DE73-F7D9-E53A-4FD8D2ABC6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F5DA6-E1D5-00A3-743C-A0FB0DAFE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1E7FF-5F1C-4041-919C-C0F01A20E9B0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95247-B8F3-A1CC-7736-4B99C3E69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D7D74-C47A-FF10-6FF8-01D071CE6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2C1E8-08B2-4F41-BC8D-2F65DC64B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33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DD276-1A2D-BECA-C0F8-F5DBC3300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43C2B-5BEB-E0F3-4C12-6E2527D83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888F8-FE9C-B47A-6125-DAE49EB46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1E7FF-5F1C-4041-919C-C0F01A20E9B0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346EDA-CA25-7468-17A4-65285EC3D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B4D8C0-553F-A401-D6EC-A19D33770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2C1E8-08B2-4F41-BC8D-2F65DC64B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005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D5380-36D7-A2B1-3F4E-F36E3F62D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52EAC9-8A9B-46B2-023A-A052A4411B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FA97A-2960-5377-A415-B4128FEA6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1E7FF-5F1C-4041-919C-C0F01A20E9B0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3A2AA-F7C2-1FFF-8870-6B0EB684C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7D8A42-DEEB-028A-41D0-E1C52EF73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2C1E8-08B2-4F41-BC8D-2F65DC64B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629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038D7-CAF6-C696-20C6-EA2ADB484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8E3C5-AD86-F7C0-24EC-31FD77AE8D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527378-8AF5-95F7-3E92-4E5DD14594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CF9E87-B07E-AD1A-1B8E-FA256B030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1E7FF-5F1C-4041-919C-C0F01A20E9B0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9584CA-9408-D6FF-2CAB-B5985CA98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05F638-09AE-A833-25BB-25BFA5978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2C1E8-08B2-4F41-BC8D-2F65DC64B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520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7C549-D612-E66C-E207-02116C62C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E58FBD-E048-C2D5-53E1-83FAE2368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85C27C-EC82-1C36-BED5-83864EBE58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A541CA-B4A0-D408-C6AB-7C713AF87A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3476EC-9FB6-3B46-EF9F-301F0E684D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5FB0CF-4A6C-45AD-7270-04FCD5646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1E7FF-5F1C-4041-919C-C0F01A20E9B0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BAA70E-B6D6-A1CE-1733-8E4FC4C18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4051FF-8A22-1B7E-9A21-E21E15344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2C1E8-08B2-4F41-BC8D-2F65DC64B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649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3B1CB-FD5B-F164-5505-B1D910387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B1F81F-7CDC-AD09-12EA-6A9CEB58C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1E7FF-5F1C-4041-919C-C0F01A20E9B0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A5054C-32CD-73D5-907A-671A8A616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AF9215-45A8-96CC-BA05-66272151F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2C1E8-08B2-4F41-BC8D-2F65DC64B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568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A8E82B-D94A-1783-94EC-4C77FBED6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1E7FF-5F1C-4041-919C-C0F01A20E9B0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BEBA9D-B87D-2DDC-8CA5-1E9CF585E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850473-6E8D-94E4-4BE8-2B5B7A74C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2C1E8-08B2-4F41-BC8D-2F65DC64B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98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2C992-F391-1410-1EAD-AE72330BE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50C70-2E49-B7AD-7AAD-DC7566347D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38786B-CCC4-9526-C2E8-C429BEA1E4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C373ED-C880-9312-1919-C25CF52EB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1E7FF-5F1C-4041-919C-C0F01A20E9B0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D14CFC-CDA0-F482-5703-7F3E7D8FB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067F16-6C97-EA5E-48EE-9A0ED8502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2C1E8-08B2-4F41-BC8D-2F65DC64B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688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5EBC0-DA34-D2B3-5266-F679FC6B5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47286A-CCCA-2394-E32A-566ADBA3D6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34F2D1-15BC-739A-2981-58E8ABBE74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5DD42E-CCBE-2845-3F73-B0DA5F5BE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1E7FF-5F1C-4041-919C-C0F01A20E9B0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A0D959-8674-22F9-2448-FA3CB3E2F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FAB0B6-61D2-364C-47E0-5A0453C38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2C1E8-08B2-4F41-BC8D-2F65DC64B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732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B1B00-229E-6118-0984-4894CF4AD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101242-3836-028C-4095-AAE91BEC79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126D6B-B3D2-BF85-30F9-EA1E46BDC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1E7FF-5F1C-4041-919C-C0F01A20E9B0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58D20-EEC6-ABDC-1F56-FB7712ABF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1DC3B-662B-79AC-FEE2-682AE63A4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2C1E8-08B2-4F41-BC8D-2F65DC64B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972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273A64-7728-0E5B-BB85-C2D5D1EFAB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D8A9B7-AC63-37DA-93AC-26BFDDE729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2890A5-A989-0F42-228C-B37173FAE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1E7FF-5F1C-4041-919C-C0F01A20E9B0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4C4AF-C1C8-2DB1-02F8-438354352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391563-5899-0622-94F0-46F589135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2C1E8-08B2-4F41-BC8D-2F65DC64B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349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6CCCEC-5A7D-3757-24C8-638CD441E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09188-97F5-BCFE-4BCA-75104DB13A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E7EA3-8105-0582-7234-CA798BDA81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B1E7FF-5F1C-4041-919C-C0F01A20E9B0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21185-51DB-9E56-22C5-490290DD0A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8EBDC-294B-6CDB-D074-EB931F2899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92C1E8-08B2-4F41-BC8D-2F65DC64B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309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B3571-D2C4-5611-31C2-BAE5AC5A5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F0B7AA9-5723-A5CB-544D-A311639134B9}"/>
              </a:ext>
            </a:extLst>
          </p:cNvPr>
          <p:cNvGraphicFramePr>
            <a:graphicFrameLocks noGrp="1"/>
          </p:cNvGraphicFramePr>
          <p:nvPr/>
        </p:nvGraphicFramePr>
        <p:xfrm>
          <a:off x="433136" y="264695"/>
          <a:ext cx="11333750" cy="5910919"/>
        </p:xfrm>
        <a:graphic>
          <a:graphicData uri="http://schemas.openxmlformats.org/drawingml/2006/table">
            <a:tbl>
              <a:tblPr/>
              <a:tblGrid>
                <a:gridCol w="1133375">
                  <a:extLst>
                    <a:ext uri="{9D8B030D-6E8A-4147-A177-3AD203B41FA5}">
                      <a16:colId xmlns:a16="http://schemas.microsoft.com/office/drawing/2014/main" val="948571303"/>
                    </a:ext>
                  </a:extLst>
                </a:gridCol>
                <a:gridCol w="1133375">
                  <a:extLst>
                    <a:ext uri="{9D8B030D-6E8A-4147-A177-3AD203B41FA5}">
                      <a16:colId xmlns:a16="http://schemas.microsoft.com/office/drawing/2014/main" val="1394502120"/>
                    </a:ext>
                  </a:extLst>
                </a:gridCol>
                <a:gridCol w="512546">
                  <a:extLst>
                    <a:ext uri="{9D8B030D-6E8A-4147-A177-3AD203B41FA5}">
                      <a16:colId xmlns:a16="http://schemas.microsoft.com/office/drawing/2014/main" val="3611935111"/>
                    </a:ext>
                  </a:extLst>
                </a:gridCol>
                <a:gridCol w="1754204">
                  <a:extLst>
                    <a:ext uri="{9D8B030D-6E8A-4147-A177-3AD203B41FA5}">
                      <a16:colId xmlns:a16="http://schemas.microsoft.com/office/drawing/2014/main" val="3649209437"/>
                    </a:ext>
                  </a:extLst>
                </a:gridCol>
                <a:gridCol w="1133375">
                  <a:extLst>
                    <a:ext uri="{9D8B030D-6E8A-4147-A177-3AD203B41FA5}">
                      <a16:colId xmlns:a16="http://schemas.microsoft.com/office/drawing/2014/main" val="1494910683"/>
                    </a:ext>
                  </a:extLst>
                </a:gridCol>
                <a:gridCol w="1133375">
                  <a:extLst>
                    <a:ext uri="{9D8B030D-6E8A-4147-A177-3AD203B41FA5}">
                      <a16:colId xmlns:a16="http://schemas.microsoft.com/office/drawing/2014/main" val="1131162997"/>
                    </a:ext>
                  </a:extLst>
                </a:gridCol>
                <a:gridCol w="1133375">
                  <a:extLst>
                    <a:ext uri="{9D8B030D-6E8A-4147-A177-3AD203B41FA5}">
                      <a16:colId xmlns:a16="http://schemas.microsoft.com/office/drawing/2014/main" val="1405522017"/>
                    </a:ext>
                  </a:extLst>
                </a:gridCol>
                <a:gridCol w="1133375">
                  <a:extLst>
                    <a:ext uri="{9D8B030D-6E8A-4147-A177-3AD203B41FA5}">
                      <a16:colId xmlns:a16="http://schemas.microsoft.com/office/drawing/2014/main" val="1402052073"/>
                    </a:ext>
                  </a:extLst>
                </a:gridCol>
                <a:gridCol w="1133375">
                  <a:extLst>
                    <a:ext uri="{9D8B030D-6E8A-4147-A177-3AD203B41FA5}">
                      <a16:colId xmlns:a16="http://schemas.microsoft.com/office/drawing/2014/main" val="3081383312"/>
                    </a:ext>
                  </a:extLst>
                </a:gridCol>
                <a:gridCol w="1133375">
                  <a:extLst>
                    <a:ext uri="{9D8B030D-6E8A-4147-A177-3AD203B41FA5}">
                      <a16:colId xmlns:a16="http://schemas.microsoft.com/office/drawing/2014/main" val="3174663583"/>
                    </a:ext>
                  </a:extLst>
                </a:gridCol>
              </a:tblGrid>
              <a:tr h="1383631"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6514871"/>
                  </a:ext>
                </a:extLst>
              </a:tr>
              <a:tr h="427121">
                <a:tc gridSpan="3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Molecule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212T14*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212X1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212X8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212X9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212X10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212X11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212X12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01058"/>
                  </a:ext>
                </a:extLst>
              </a:tr>
              <a:tr h="712488">
                <a:tc gridSpan="3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Starting material  % Monomer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4F1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4F1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4F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008338"/>
                  </a:ext>
                </a:extLst>
              </a:tr>
              <a:tr h="712488">
                <a:tc rowSpan="3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Time (days)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Monomer% in Plasma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4F1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4F1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4F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257601"/>
                  </a:ext>
                </a:extLst>
              </a:tr>
              <a:tr h="71248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5524300"/>
                  </a:ext>
                </a:extLst>
              </a:tr>
              <a:tr h="71248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6461548"/>
                  </a:ext>
                </a:extLst>
              </a:tr>
              <a:tr h="12502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Monomer% loss D0-D3</a:t>
                      </a:r>
                    </a:p>
                    <a:p>
                      <a:pPr algn="ctr" fontAlgn="ctr">
                        <a:buNone/>
                      </a:pP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-4.1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-4.9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-2.7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-2.2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-1.4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-5.7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704007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71143ED1-BADC-0E78-3C51-5BCB4E380C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7444" y="263719"/>
            <a:ext cx="1165772" cy="12668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DED543-CCC2-56B5-5E7C-DD295F24AF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75073"/>
            <a:ext cx="1401622" cy="10916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2CC16E-32F2-E9FF-D982-B042B59EED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6012" y="310246"/>
            <a:ext cx="1165772" cy="12803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7404BD2-DC07-648D-7F62-361B9B7F37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0370" y="310246"/>
            <a:ext cx="1078171" cy="13409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D714FE3-46E0-5DF3-9643-4D5805FC7E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2781" y="290733"/>
            <a:ext cx="1165772" cy="12668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0643B85-7CDB-CF8D-25CE-7F1BDDBAFB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80499" y="263719"/>
            <a:ext cx="1556610" cy="130054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15703FF-9095-F13A-0000-13F00F724E3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97679" y="387633"/>
            <a:ext cx="1132080" cy="128032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B0A9C26-A295-AAF6-3018-E1B569A4EC0D}"/>
              </a:ext>
            </a:extLst>
          </p:cNvPr>
          <p:cNvSpPr txBox="1"/>
          <p:nvPr/>
        </p:nvSpPr>
        <p:spPr>
          <a:xfrm>
            <a:off x="6979134" y="6195127"/>
            <a:ext cx="4787752" cy="6463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/>
              <a:t>Control Identified:</a:t>
            </a:r>
          </a:p>
          <a:p>
            <a:r>
              <a:rPr lang="en-US"/>
              <a:t> Day 0 monomer loss, and stable for 7 days</a:t>
            </a:r>
          </a:p>
        </p:txBody>
      </p:sp>
    </p:spTree>
    <p:extLst>
      <p:ext uri="{BB962C8B-B14F-4D97-AF65-F5344CB8AC3E}">
        <p14:creationId xmlns:p14="http://schemas.microsoft.com/office/powerpoint/2010/main" val="3755439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94</Words>
  <Application>Microsoft Office PowerPoint</Application>
  <PresentationFormat>Widescreen</PresentationFormat>
  <Paragraphs>62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Aptos Narrow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Molly Grun</dc:creator>
  <cp:lastModifiedBy>Christopher Dallarosa</cp:lastModifiedBy>
  <cp:revision>1</cp:revision>
  <dcterms:created xsi:type="dcterms:W3CDTF">2025-11-03T21:36:45Z</dcterms:created>
  <dcterms:modified xsi:type="dcterms:W3CDTF">2025-11-03T23:50:36Z</dcterms:modified>
</cp:coreProperties>
</file>